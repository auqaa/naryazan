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_ryaz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0"/>
            <a:ext cx="59893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7920" y="0"/>
            <a:ext cx="59893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y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01168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834640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?? ??????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5120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BD5E1"/>
                </a:solidFill>
              </a:defRPr>
            </a:pPr>
            <a:r>
              <a:t>????????????? PWA-????? ?? ??????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????????, QR-?????, AI-???, ??????-????? ? ??????? ? ????? ????????? 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